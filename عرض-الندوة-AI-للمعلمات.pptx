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ذكي في حقيبة المعلمة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عملياً — من الفكرة إلى الصف في دقائق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نقابة المعلمات / رياض الأطفال | 3 ساعات | [التاريخ]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[اسم المتحدث]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مدربة / خبيرة تربوية</a:t>
            </a:r>
            <a:endParaRPr lang="en-US" sz="1600" dirty="0"/>
          </a:p>
          <a:p>
            <a:pPr rtl="1"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[سطر واحد عن خبرتك]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A5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ندوة بتنظيم: [اسم النقابة / الجمعية]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وعد اليوم — 3 مخرجات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درس واحدة جاهزة — كتبتِها بمساعدة AI وراجعتِها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أوامر (Prompts) جاهزة للنسخ — تستخدمينها غداً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أمان تحمي المعلمة وطلابها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رسائل: أنتِ صاحبة القرار | Prompt جيد + مراجعة | لا بيانات طلاب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نحن اليوم؟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استطلاع سريع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ارفعي يدك: مَن جرّبت ChatGPT أو Copilot؟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تحضير الدرس يأخذ أكثر من ساعتين يومياً؟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اكتبي: شيء واحد تتمنين AI يساعدك فيه اليوم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الذكاء الاصطناعي؟ — بجملتين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يتنبأ بالكلمات — يكتب، يقترح، يلخّص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للمعلمة — ليس بديلاً عنها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يخطئ — المراجعة البشرية ضرورية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يعرف طلابك شخصياً — لا تدخلي بياناتهم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بين الأدوات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3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الأداة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3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ماذا تفعل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D3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يبحث عن صفحات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معلومات محددة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/ Copilot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يكتب محتوى جديداً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دروس، أسئلة، رسائل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تصميم بصري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بطاقات، دعوات، لوحات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حي — Live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 أمامكن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قصة تعاون + أسئلة + لعبة حركية — KG</a:t>
            </a:r>
            <a:endParaRPr lang="en-US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شاهدنا: النتيجة في أقل من دقيقة</a:t>
            </a:r>
            <a:endParaRPr lang="en-US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لكن: هل أنسب لصفي؟ → أعدّل → أطبّق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الجودة = Prompt واضح + مراجعة المعلمة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القالب الذهبي — 5 عناصر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الدور: أنت مساعدة لمعلمة [KG / صف / مادة]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الهدف: خطة درس [___] دقيقة عن [الموضوع]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الطلاب: العمر، العدد، المستوى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القيود: عربي مبسّط | فلسطين | موارد الصف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المخرجات: أهداف + خطوات + نشاط + أسئلة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ورشة 1 — أول درس جاهز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 – 1:15 | 45 دقيقة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اختاري موضوعاً من الأسبوع القادم — حقيقي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اكتبي Prompt بالقالب الذهبي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شغّلي ChatGPT أو Copilot — انسخي لـ Word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راجعي: عمر؟ منهاج؟ واقع الصف؟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شاركي: هدف + نشاط واحد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قيمة الندوة — هنا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المراجعة — قبل الصف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هل يناسب عمر طلابي؟</a:t>
            </a:r>
            <a:endParaRPr lang="en-US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هل صحيح تربوياً ومنهاجياً؟</a:t>
            </a:r>
            <a:endParaRPr lang="en-US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هل واقعي في وقتي ومواردي؟</a:t>
            </a:r>
            <a:endParaRPr lang="en-US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لا أسماء ولا بيانات طلاب في AI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استراحة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دقيقة — 1:15 – 1:30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A5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ارجعي بـ Prompt في بالك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ورشة 2 — تقييم + تمايز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 – 2:05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أسئلة MCQ — 3 سهلة، 4 متوسطة، 3 صعبة + مفتاح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الدرس بـ 3 مستويات: متفوق / أساسي / دعم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KG: 5 أسئلة شفوية + 3 أنشطة بمستويات مختلفة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التقييم — انسخي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solidFill>
            <a:srgbClr val="E6F4EF"/>
          </a:solidFill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10 أسئلة اختيار من متعدد عن [موضوعك] للصف [___].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سهلة، 4 متوسطة، 3 صعبة. مفتاح إجابة. عربي — فلسطين.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KG — قصة + حركة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4 دقائق عن قيمة [التعاون / الصدق]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أسئلة شفوية بعد القصة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حركية 8 دقائق — بدون مواد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مناسب: 20 طفل — 5–6 سنوات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مدارس — تواصل أولياء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WhatsApp مهذبة — دعوة اجتماع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قالب عام — بدون أسماء طلاب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راجعي وعدّلي قبل الإرسال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— قواعد لا تتفاوض عليها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لا أسماء طلاب | لا صور | لا علامات | لا تقارير شخصية</a:t>
            </a:r>
            <a:endParaRPr lang="en-US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خطط عامة | أسئلة | قوالب | «طالب الصف الرابع»</a:t>
            </a:r>
            <a:endParaRPr lang="en-US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التاريخ والتربية الوطنية والدين — راجعي كل جملة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الخصوصية أولاً — كرّريها 4 مرات في الندوة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والعمل النقابي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لنقابة المعلمات ورياض الأطفال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مسودات بيانات وخطابات — للمراجعة والتوقيع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برامج تدريب وأجندة ورش — توفير وقت الأمانة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أعضاء: نشرات، دعوات، تلخيص اجتماعات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أنشطة نقابية + تعليمية — KG ومدارس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شكاوى/مطالب عامة — بدون بيانات شخصية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389120"/>
            <a:ext cx="8412480" cy="640080"/>
          </a:xfrm>
          <a:prstGeom prst="roundRect">
            <a:avLst/>
          </a:prstGeom>
          <a:solidFill>
            <a:srgbClr val="FDF8E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يخدم النقابة في التنظيم — القرار النقابي يبقى بشرياً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نقابية — 5 جاهزة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مسودة بيان صحفي عن [موضوع تعليمي] — 150 كلمة — رسمي</a:t>
            </a:r>
            <a:endParaRPr lang="en-US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أجندة اجتماع نقابي — 90 دقيقة — 5 بنود</a:t>
            </a:r>
            <a:endParaRPr lang="en-US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نشرة أسبوعية لأعضاء النقابة — أخبار + تذكير</a:t>
            </a:r>
            <a:endParaRPr lang="en-US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ورشة تدريبية للمعلمات — 3 ساعات — AI عملي</a:t>
            </a:r>
            <a:endParaRPr lang="en-US" sz="14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تلخيص نقاط اجتماع — من notes عامة — بدون أسماء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7 أيام — بعد الندوة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1–2: جرّبي 3 Prompts من ورقتك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3–4: درس كامل + مراجعة بشرية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5: شاركي زميلة في النقابة</a:t>
            </a:r>
            <a:endParaRPr lang="en-US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اليوم 6–7: قيّمي — كم وفّرتِ من وقت؟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أسئلة شائعة — سريع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AI غش؟ → للمعلمة تحضير OK | للطالب نسخ = غش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يحل محلي؟ → يختصر وقت التحضير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ضعيف؟ → Prompts على ورق — جرّبي في البيت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عن فلسطين؟ → أنتِ المرجع — راجعي دائماً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— معلمات فلسطين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D4E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في حقيبتكن — وأنتن في خدمة أطفالكن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[تواصل] | استبانة التقييم عند المخرج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ندوة AI للمعلمات — عرض تقديمي</dc:title>
  <dc:subject>PptxGenJS Presentation</dc:subject>
  <dc:creator>NADWA</dc:creator>
  <cp:lastModifiedBy>NADWA</cp:lastModifiedBy>
  <cp:revision>1</cp:revision>
  <dcterms:created xsi:type="dcterms:W3CDTF">2026-06-30T15:12:48Z</dcterms:created>
  <dcterms:modified xsi:type="dcterms:W3CDTF">2026-06-30T15:12:48Z</dcterms:modified>
</cp:coreProperties>
</file>