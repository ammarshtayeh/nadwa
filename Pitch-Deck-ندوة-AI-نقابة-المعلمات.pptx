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تنفيذي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ندوة: الذكاء الاصطناعي في خدمة المعلمة</a:t>
            </a:r>
            <a:endParaRPr lang="en-US" sz="1600" dirty="0"/>
          </a:p>
          <a:p>
            <a:pPr rtl="1" algn="ctr" indent="0" marL="0">
              <a:buNone/>
            </a:pPr>
            <a:r>
              <a:rPr lang="en-US" sz="16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لنقابة المعلمات ورياض الأطفال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[اسم المتحدث] | [التاريخ]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التحدي الذي تواجهه المعلمات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ساعات طويلة في التحضير بعد يوم مرهق في الصف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تعدد المهام: دروس، تقييم، تواصل أولياء، أنشطة KG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موارد محدودة: إنترنت، طابعات، فصول مزدحمة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النقابة تحتاج أدوات حديثة لخدمة أعضائها وتنظيم عملها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الفرصة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أداة عملية — ليست رفاهية تقنية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توفير 30–70% من وقت التحضير عند الاستخدام الصحيح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تمكين المعلمة + تمكين النقابة في التواصل والتدريب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استثمار واحد ($500) — أثر على عشرات المعلمات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4389120"/>
            <a:ext cx="8412480" cy="640080"/>
          </a:xfrm>
          <a:prstGeom prst="roundRect">
            <a:avLst/>
          </a:prstGeom>
          <a:solidFill>
            <a:srgbClr val="FDF8E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D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الهدف: معلمات يخرجن بمهارات تطبّقونها غداً — ليس محاضرة نظرية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لمن هذه الندوة؟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معلمات رياض الأطفال — قصص، ألعاب، بطاقات، روتين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معلمات المرحلة الأساسية — خطط، امتحانات، تمايز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معلمات المرحلة الثانوية — مشاريع، rubrics، تقييم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قيادات نقابية — AI في التنظيم والتواصل (قسم مخصص)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نقدّم؟ — الندوة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ساعات تدريب تفاعلي (70% عملي)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متحدث محترف + عرض حي + ورشتان hands-on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مواد رقمية وورقية للتوزيع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شهادات حضور (باسم النقابة)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استبانة تقييم + مقترحات متابعة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أجندة الـ 180 دقيقة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D3D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الوقت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D3D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النشاط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D3D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المخرج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0:00–0:30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افتتاح + AI + Demo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فهم + إلهام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0:30–1:15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ورشة: أول درس جاهز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خطة درس / معلمة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1:15–1:30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استراحة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1:30–2:05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ورشة: تقييم + تمايز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أسئلة + 3 مستويات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2:05–2:45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 + أمان + نقابة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Checklist + prompts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2:45–3:00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خطة 7 أيام + Q&amp;A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تقييم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مخرجات كل معلمة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خطة درس واحدة مكتملة ومُراجَعة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10 Prompts جاهزة للنسخ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Checklist أمان (صفحة واحدة)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خطة شخصية 7 أيام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فهم AI في الصف + في العمل النقابي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في التنظيم النقابي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قيمة مضافة للنقابة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وخطابات: مسودات للمراجعة قبل النشر</a:t>
            </a:r>
            <a:endParaRPr lang="en-US" sz="15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برامج تدريب: أجندات ورش وأنشطة أعضاء</a:t>
            </a:r>
            <a:endParaRPr lang="en-US" sz="15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تواصل: نشرات، دعوات اجتماعات، تلخيصات</a:t>
            </a:r>
            <a:endParaRPr lang="en-US" sz="15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دعم أعضاء KG: قوالب أنشطة وجاهزة للتوزيع</a:t>
            </a:r>
            <a:endParaRPr lang="en-US" sz="15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توثيق: محاضر اجتماعات من نقاط عامة — بدون أسماء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4389120"/>
            <a:ext cx="8412480" cy="640080"/>
          </a:xfrm>
          <a:prstGeom prst="roundRect">
            <a:avLst/>
          </a:prstGeom>
          <a:solidFill>
            <a:srgbClr val="FDF8E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D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القرار النقابي والسياسات — دائماً بشرية ومسؤولة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الأمان والامتثال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بيانات طلاب أو أعضاء شخصية في أدوات AI عامة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مراجعة إلزامية للمحتوى التاريخي والوطني والديني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للمسودات — النشر الرسمي بقرار النقابة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تدريب عملي على «ماذا نفعل / ماذا لا نفعل»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هذا المتحدث؟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[خبرتك التربوية / التقنية — 2–3 نقاط]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[خبرة تدريب أو عمل مع معلمات — إن وجدت]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[فهم السياق الفلسطيني والنقابي]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سكربت كامل، مواد جاهزة، خطة بديلة بدون إنترنت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4389120"/>
            <a:ext cx="8412480" cy="640080"/>
          </a:xfrm>
          <a:prstGeom prst="roundRect">
            <a:avLst/>
          </a:prstGeom>
          <a:solidFill>
            <a:srgbClr val="FDF8E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D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املئي الأقواس قبل عرض الـ Pitch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المتطلبات من النقابة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قاعة + Projector + Wi-Fi (أو إعلام مسبق بضعف الشبكة)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طاولات مجموعات — ليس صفوف محاضرة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دقيقة استراحة ضمن الـ 3 ساعات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الحضور + شهادات (النقابة توقّع)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ترويج عبر قنوات النقابة — WhatsApp / Facebook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الاستثمار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ندوة 3 ساعات — حتى 40–50 مشاركة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إلقاء كامل + تحضير + مواد توزيع</a:t>
            </a:r>
            <a:endParaRPr lang="en-US" sz="14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حي + دعم تقني يوم الندوة</a:t>
            </a:r>
            <a:endParaRPr lang="en-US" sz="14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رسالة متابعة بعد أسبوع (اختياري)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يشمل السعر؟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تحضير مسبق + تخصيص أمثلة للنقابة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ساعات إلقاء على المنصة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PDF: 10 Prompts + Checklist (للطباعة)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PowerPoint الندوة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استبانة تقييم — تقرير ملخص للنقابة (اختياري)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الخطوات التالية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تأكيد التاريخ والمكان وعدد الحضور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توقيع اتفاق بسيط (رسالة / WhatsApp رسمي)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ترويج النقابة — 2 أسبوع قبل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تنفيذ الندوة + تقييم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(اختياري) دورة متابعة 4–6 جلسات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4389120"/>
            <a:ext cx="8412480" cy="640080"/>
          </a:xfrm>
          <a:prstGeom prst="roundRect">
            <a:avLst/>
          </a:prstGeom>
          <a:solidFill>
            <a:srgbClr val="FDF8E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D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[اسمك] | [هاتف] | [بريد] | [LinkedIn اختياري]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لنُمكّن معلمات فلسطين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بالأدوات التي يستحقنها — عملياً، بأمان، وبكرامة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شكراً لثقتكم — [اسم النقابة]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— ندوة AI لنقابة المعلمات</dc:title>
  <dc:subject>PptxGenJS Presentation</dc:subject>
  <dc:creator>NADWA</dc:creator>
  <cp:lastModifiedBy>NADWA</cp:lastModifiedBy>
  <cp:revision>1</cp:revision>
  <dcterms:created xsi:type="dcterms:W3CDTF">2026-06-30T15:12:48Z</dcterms:created>
  <dcterms:modified xsi:type="dcterms:W3CDTF">2026-06-30T15:12:48Z</dcterms:modified>
</cp:coreProperties>
</file>